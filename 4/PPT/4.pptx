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81" y="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C38672-ED68-B761-760F-967799D8F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050" y="7010400"/>
            <a:ext cx="30099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自定义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成儒 俞</cp:lastModifiedBy>
  <cp:revision>2</cp:revision>
  <dcterms:created xsi:type="dcterms:W3CDTF">2006-08-16T00:00:00Z</dcterms:created>
  <dcterms:modified xsi:type="dcterms:W3CDTF">2026-05-28T07:52:44Z</dcterms:modified>
</cp:coreProperties>
</file>